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F3C25-B737-CFDA-A5AB-71BA101053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5C3F25-9C26-D414-A446-92085A8C8F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511327-F6B3-C45A-92C3-0C4D7DC96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B61E8-E602-4A02-A752-FE01AC7D8461}" type="datetimeFigureOut">
              <a:rPr lang="en-DE" smtClean="0"/>
              <a:t>10/07/2025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4086D5-2A2E-B205-4984-5F57B27F5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3423EC-9D7D-40DD-DD10-647EDD2FE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93E40-C339-4634-B558-6D58D3AC4A83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804653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B2D25-42C2-A338-034A-383D82062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BD88B-DC89-451F-CB03-D4F55F0BEB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C4753D-8344-A19D-8E1C-989FECBB1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B61E8-E602-4A02-A752-FE01AC7D8461}" type="datetimeFigureOut">
              <a:rPr lang="en-DE" smtClean="0"/>
              <a:t>10/07/2025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C0C02A-D289-C21B-6F42-FA767EB48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DA1E7B-2767-1AB7-B618-DCCE89BE5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93E40-C339-4634-B558-6D58D3AC4A83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28570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4A80B-A189-0BD1-B1CC-8FF71F947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4251C0-0DA5-78B8-ACD0-C171DBBE95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3007C9-76F7-D979-F206-1E4F3B1BF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B61E8-E602-4A02-A752-FE01AC7D8461}" type="datetimeFigureOut">
              <a:rPr lang="en-DE" smtClean="0"/>
              <a:t>10/07/2025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9476AE-24CD-08FE-515F-74ABD93CA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97C06F-E228-DAFA-35F9-FA0895E36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93E40-C339-4634-B558-6D58D3AC4A83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832524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077EB-1052-C34C-55CB-FB10F98D5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D0153B-591C-05C4-32FB-B65F2FBB44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6AFC99-B25F-E86A-E352-75004DDF3C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5C830C-E2CC-9121-CCBA-D10A02EC9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B61E8-E602-4A02-A752-FE01AC7D8461}" type="datetimeFigureOut">
              <a:rPr lang="en-DE" smtClean="0"/>
              <a:t>10/07/2025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F68372-5775-2DDA-999D-942EA7CA5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2E65A8-AA98-B877-4CFA-B850439BE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93E40-C339-4634-B558-6D58D3AC4A83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381352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5AF6D-0277-B6A3-322C-5A10F35AB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1F33F-CEBD-C040-A8EB-DB2A7F8FB9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9704DF-7116-05BF-0EFA-C5FF9F6046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D93D60-A4E7-C63F-2567-EC2F68BA1D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E196A6-26EE-8602-C4D3-CF8A0F67E4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99BE2D-392D-FDCE-8207-19AB99A7F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B61E8-E602-4A02-A752-FE01AC7D8461}" type="datetimeFigureOut">
              <a:rPr lang="en-DE" smtClean="0"/>
              <a:t>10/07/2025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271F4E-1560-9078-6268-4A28A9069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2E8BDB-0F09-091A-5120-DAA26A861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93E40-C339-4634-B558-6D58D3AC4A83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5834662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C0E56-B034-0394-5A2E-6FFA3A6E3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4FF219-AF1D-D57F-7DFA-6A732CE1C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B61E8-E602-4A02-A752-FE01AC7D8461}" type="datetimeFigureOut">
              <a:rPr lang="en-DE" smtClean="0"/>
              <a:t>10/07/2025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AA4730-E0EA-A77E-E202-F6149AE97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9AD4D4-0762-D74D-F3EA-9F314D0C3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93E40-C339-4634-B558-6D58D3AC4A83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864632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21EA77-E017-4DEE-AD98-C9F3A0061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B61E8-E602-4A02-A752-FE01AC7D8461}" type="datetimeFigureOut">
              <a:rPr lang="en-DE" smtClean="0"/>
              <a:t>10/07/2025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2F22CD-CD13-0AFC-F001-33DD21AE0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D6BDAA-6E35-5CA8-E5E6-1CA6826A7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93E40-C339-4634-B558-6D58D3AC4A83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1539936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4B298-E0C5-D073-1D94-BA61E6ED8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139AC2-4C34-5360-F196-807D9FBD2E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B21D24-0DC9-898F-6608-6995A3858C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381241-CEC4-3017-5753-C6ACF5A6D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B61E8-E602-4A02-A752-FE01AC7D8461}" type="datetimeFigureOut">
              <a:rPr lang="en-DE" smtClean="0"/>
              <a:t>10/07/2025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637B7B-FE00-556D-230C-7059D1D80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A53682-59E6-0731-2735-FAE12D1C2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93E40-C339-4634-B558-6D58D3AC4A83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747915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3808D-BD02-38F7-AF51-EC00B6601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92B086-7971-3CD6-7BF4-061686BF24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302E46-D86A-D2E9-6B4E-D1B1425ACF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73C1D3-5AD8-5489-97AD-372080961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B61E8-E602-4A02-A752-FE01AC7D8461}" type="datetimeFigureOut">
              <a:rPr lang="en-DE" smtClean="0"/>
              <a:t>10/07/2025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28D93C-D0C4-E9F0-D24D-2CDDDE443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A7E072-645F-3F2E-C894-5F7E1276A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93E40-C339-4634-B558-6D58D3AC4A83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8785159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07197-FD7E-B55C-C5A2-0D2A1B96A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ED35D5-4B04-5773-2C5B-577CB8352E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D540B9-B2AB-6492-60C9-1827D6184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B61E8-E602-4A02-A752-FE01AC7D8461}" type="datetimeFigureOut">
              <a:rPr lang="en-DE" smtClean="0"/>
              <a:t>10/07/2025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A6CBBF-70F8-A546-5CE5-BB2A23B57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A63CF2-9986-85B5-C349-03EED0565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93E40-C339-4634-B558-6D58D3AC4A83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871604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125180-361F-DFB3-B9E3-13685610D0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D17FFD-901C-D73D-C43F-252934A8BA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D03093-8A8A-DAE9-3737-688031881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B61E8-E602-4A02-A752-FE01AC7D8461}" type="datetimeFigureOut">
              <a:rPr lang="en-DE" smtClean="0"/>
              <a:t>10/07/2025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CF4F71-707A-5AFE-7802-2A2F34E42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0F5C6E-68B5-6099-CA29-CC9E103E1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93E40-C339-4634-B558-6D58D3AC4A83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8494025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DF1EC3-6957-CD3B-247A-38C90C1CF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F93AE8-066C-84A8-6E1A-FCA7DDB66F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888DEC-B2D8-C30C-86AB-6AA417E6DF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4B61E8-E602-4A02-A752-FE01AC7D8461}" type="datetimeFigureOut">
              <a:rPr lang="en-DE" smtClean="0"/>
              <a:t>10/07/2025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3D3D9D-CCF3-2294-AD03-79E264DB81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9268B3-3693-B85F-D0D3-D6C7EA00E4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293E40-C339-4634-B558-6D58D3AC4A83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120979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F7A71B7-3ED1-2BA6-EB51-D0A4E323DEEB}"/>
              </a:ext>
            </a:extLst>
          </p:cNvPr>
          <p:cNvCxnSpPr>
            <a:cxnSpLocks/>
            <a:stCxn id="4" idx="2"/>
            <a:endCxn id="12" idx="2"/>
          </p:cNvCxnSpPr>
          <p:nvPr/>
        </p:nvCxnSpPr>
        <p:spPr>
          <a:xfrm>
            <a:off x="1875367" y="1380067"/>
            <a:ext cx="4449233" cy="48598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6C43949-89ED-6E3A-4416-0DEA3450A121}"/>
              </a:ext>
            </a:extLst>
          </p:cNvPr>
          <p:cNvCxnSpPr>
            <a:cxnSpLocks/>
            <a:stCxn id="9" idx="2"/>
            <a:endCxn id="12" idx="2"/>
          </p:cNvCxnSpPr>
          <p:nvPr/>
        </p:nvCxnSpPr>
        <p:spPr>
          <a:xfrm flipH="1">
            <a:off x="6324600" y="1380067"/>
            <a:ext cx="3992033" cy="48598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7258FA5-97AC-6397-3A25-99AA86874EF4}"/>
              </a:ext>
            </a:extLst>
          </p:cNvPr>
          <p:cNvSpPr/>
          <p:nvPr/>
        </p:nvSpPr>
        <p:spPr>
          <a:xfrm>
            <a:off x="389467" y="440267"/>
            <a:ext cx="2971800" cy="9398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000" b="1" dirty="0"/>
              <a:t>User Requirement:</a:t>
            </a:r>
            <a:r>
              <a:rPr lang="en-GB" sz="1000" dirty="0"/>
              <a:t> Define the core goal: accurately plot the Nikolaus Haus using an XY Pen Plotter within specified dimensions (56x39x42 cm) and weight (under3.5 kg)</a:t>
            </a:r>
            <a:endParaRPr lang="en-DE" sz="10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5C4517B-A42A-B222-98CA-E826252CCDB2}"/>
              </a:ext>
            </a:extLst>
          </p:cNvPr>
          <p:cNvSpPr/>
          <p:nvPr/>
        </p:nvSpPr>
        <p:spPr>
          <a:xfrm>
            <a:off x="1117601" y="1651001"/>
            <a:ext cx="2971800" cy="9398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000" b="1" dirty="0">
                <a:highlight>
                  <a:srgbClr val="FFFF00"/>
                </a:highlight>
              </a:rPr>
              <a:t>Specification</a:t>
            </a:r>
            <a:r>
              <a:rPr lang="en-GB" sz="1000" dirty="0"/>
              <a:t>: Establish overall hardware-software design, mechanical layout, and interfacing plans using SolidWorks for </a:t>
            </a:r>
            <a:r>
              <a:rPr lang="en-GB" sz="1000" dirty="0" err="1"/>
              <a:t>modeling</a:t>
            </a:r>
            <a:r>
              <a:rPr lang="en-GB" sz="1000" dirty="0"/>
              <a:t> and Arduino IDE for firmware logic.</a:t>
            </a:r>
            <a:endParaRPr lang="en-DE" sz="10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6AF1EE1-88EB-36F1-92B2-545D99F7BA7A}"/>
              </a:ext>
            </a:extLst>
          </p:cNvPr>
          <p:cNvSpPr/>
          <p:nvPr/>
        </p:nvSpPr>
        <p:spPr>
          <a:xfrm>
            <a:off x="1875368" y="2874437"/>
            <a:ext cx="2971800" cy="9398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000" b="1" dirty="0"/>
              <a:t>Architectural Design</a:t>
            </a:r>
            <a:r>
              <a:rPr lang="en-GB" sz="1000" dirty="0"/>
              <a:t>: Identify subsystems: mechanical frame, electronics, software logic, motion control, and Ul interaction. Select ESP32, motor drivers, belts, and sensors.</a:t>
            </a:r>
            <a:endParaRPr lang="en-DE" sz="10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F7E553A-B467-0C90-598E-5AA17FECA16C}"/>
              </a:ext>
            </a:extLst>
          </p:cNvPr>
          <p:cNvSpPr/>
          <p:nvPr/>
        </p:nvSpPr>
        <p:spPr>
          <a:xfrm>
            <a:off x="2603501" y="4085171"/>
            <a:ext cx="2971800" cy="9398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000" b="1" dirty="0"/>
              <a:t>Module Design</a:t>
            </a:r>
            <a:r>
              <a:rPr lang="en-GB" sz="1000" dirty="0"/>
              <a:t>: Design and 3D print individual parts with 80% infill. Map circuit layout for motors, limit switches, OLED, and servo driver. Plan software modules for plotting logic.</a:t>
            </a:r>
            <a:endParaRPr lang="en-DE" sz="10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CD349ED-4DEB-0EE5-19D9-08ED1CB0957A}"/>
              </a:ext>
            </a:extLst>
          </p:cNvPr>
          <p:cNvSpPr/>
          <p:nvPr/>
        </p:nvSpPr>
        <p:spPr>
          <a:xfrm>
            <a:off x="6616700" y="4085171"/>
            <a:ext cx="2971800" cy="9398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000" b="1" dirty="0"/>
              <a:t>Unit Testing: </a:t>
            </a:r>
            <a:r>
              <a:rPr lang="en-GB" sz="1000" dirty="0"/>
              <a:t>Test motor drivers, encoders, IR sensors, ESP32 pin response, servo angle control, and OLED display. Validate printed components for strength and fit.</a:t>
            </a:r>
            <a:endParaRPr lang="en-DE" sz="10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0AE9FF2-9230-C5A4-BA5C-AD51E72CC8DE}"/>
              </a:ext>
            </a:extLst>
          </p:cNvPr>
          <p:cNvSpPr/>
          <p:nvPr/>
        </p:nvSpPr>
        <p:spPr>
          <a:xfrm>
            <a:off x="8830733" y="440267"/>
            <a:ext cx="2971800" cy="9398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000" b="1" dirty="0"/>
              <a:t>User Acceptance Testing</a:t>
            </a:r>
            <a:r>
              <a:rPr lang="en-GB" sz="1000" dirty="0"/>
              <a:t>: Demonstrate Nikolaus Haus plotting. Confirm all functional, weight, and size requirements are met. Validate system against user expectations.</a:t>
            </a:r>
            <a:endParaRPr lang="en-DE" sz="1000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D33E98F-D4FA-7600-0D79-6504606C1DAE}"/>
              </a:ext>
            </a:extLst>
          </p:cNvPr>
          <p:cNvSpPr/>
          <p:nvPr/>
        </p:nvSpPr>
        <p:spPr>
          <a:xfrm>
            <a:off x="8102600" y="1655235"/>
            <a:ext cx="2971800" cy="9398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000" b="1" dirty="0"/>
              <a:t>System Testing</a:t>
            </a:r>
            <a:r>
              <a:rPr lang="en-GB" sz="1000" dirty="0"/>
              <a:t>: Perform full test runs on plotting paths, pen transitions, and stopping conditions. Measure plotting accuracy, timing, and repeatability.</a:t>
            </a:r>
            <a:endParaRPr lang="en-DE" sz="1000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DCBFB18-F308-73DC-DED2-BB003A0C502E}"/>
              </a:ext>
            </a:extLst>
          </p:cNvPr>
          <p:cNvSpPr/>
          <p:nvPr/>
        </p:nvSpPr>
        <p:spPr>
          <a:xfrm>
            <a:off x="7344833" y="2870203"/>
            <a:ext cx="2971800" cy="9398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000" b="1" dirty="0"/>
              <a:t>Integration Testing: </a:t>
            </a:r>
            <a:r>
              <a:rPr lang="en-GB" sz="1000" dirty="0"/>
              <a:t>Verify movement precision, belt tension, pen lowering accuracy, and coordination between software commands and mechanical action.</a:t>
            </a:r>
            <a:endParaRPr lang="en-DE" sz="1000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7E21C46-C16C-571F-0269-94F95E5AF5BC}"/>
              </a:ext>
            </a:extLst>
          </p:cNvPr>
          <p:cNvSpPr/>
          <p:nvPr/>
        </p:nvSpPr>
        <p:spPr>
          <a:xfrm>
            <a:off x="4838700" y="5300139"/>
            <a:ext cx="2971800" cy="9398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000" b="1" dirty="0"/>
              <a:t>Implementation</a:t>
            </a:r>
            <a:r>
              <a:rPr lang="en-GB" sz="1000" dirty="0"/>
              <a:t>: Assemble components, write and upload code, connect hardware. Complete the full integration of mechanical, electronic, and software systems.</a:t>
            </a:r>
            <a:endParaRPr lang="en-DE" sz="1000" dirty="0"/>
          </a:p>
        </p:txBody>
      </p:sp>
    </p:spTree>
    <p:extLst>
      <p:ext uri="{BB962C8B-B14F-4D97-AF65-F5344CB8AC3E}">
        <p14:creationId xmlns:p14="http://schemas.microsoft.com/office/powerpoint/2010/main" val="39411211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258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Sandul Perera</dc:creator>
  <cp:lastModifiedBy>Sandul Perera</cp:lastModifiedBy>
  <cp:revision>3</cp:revision>
  <dcterms:created xsi:type="dcterms:W3CDTF">2025-07-10T07:04:38Z</dcterms:created>
  <dcterms:modified xsi:type="dcterms:W3CDTF">2025-07-10T07:27:45Z</dcterms:modified>
</cp:coreProperties>
</file>